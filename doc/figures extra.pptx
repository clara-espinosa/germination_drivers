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6" autoAdjust="0"/>
    <p:restoredTop sz="94660"/>
  </p:normalViewPr>
  <p:slideViewPr>
    <p:cSldViewPr snapToGrid="0">
      <p:cViewPr varScale="1">
        <p:scale>
          <a:sx n="52" d="100"/>
          <a:sy n="52" d="100"/>
        </p:scale>
        <p:origin x="21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3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2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52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2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6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1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911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25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31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49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81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DC610-369F-4602-A0D6-8976E193961A}" type="datetimeFigureOut">
              <a:rPr lang="en-US" smtClean="0"/>
              <a:t>12/6/2024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EBA6-6716-4F35-8C55-C8DE3C883E8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44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57" y="629489"/>
            <a:ext cx="5881355" cy="338267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57" y="4012164"/>
            <a:ext cx="5881355" cy="532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6123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Office PowerPoint</Application>
  <PresentationFormat>A4 (210 x 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1</cp:revision>
  <dcterms:created xsi:type="dcterms:W3CDTF">2024-12-06T15:02:11Z</dcterms:created>
  <dcterms:modified xsi:type="dcterms:W3CDTF">2024-12-06T15:03:50Z</dcterms:modified>
</cp:coreProperties>
</file>